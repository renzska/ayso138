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8" r:id="rId5"/>
    <p:sldId id="259" r:id="rId6"/>
    <p:sldId id="260" r:id="rId7"/>
    <p:sldId id="261" r:id="rId8"/>
    <p:sldId id="262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8" r:id="rId17"/>
    <p:sldId id="275" r:id="rId18"/>
    <p:sldId id="276" r:id="rId19"/>
    <p:sldId id="277" r:id="rId20"/>
    <p:sldId id="274" r:id="rId21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E60BA-46AB-4256-ACC3-FE619CAF1004}" v="32" dt="2026-04-09T07:15:07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94707" autoAdjust="0"/>
  </p:normalViewPr>
  <p:slideViewPr>
    <p:cSldViewPr snapToGrid="0">
      <p:cViewPr>
        <p:scale>
          <a:sx n="33" d="100"/>
          <a:sy n="33" d="100"/>
        </p:scale>
        <p:origin x="4694" y="192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ny Rennemeyer" userId="62c7416817b64d53" providerId="LiveId" clId="{61A20AF1-6E61-4185-AC95-3650ED6F6C49}"/>
    <pc:docChg chg="undo custSel addSld delSld modSld sldOrd">
      <pc:chgData name="Johnny Rennemeyer" userId="62c7416817b64d53" providerId="LiveId" clId="{61A20AF1-6E61-4185-AC95-3650ED6F6C49}" dt="2026-04-09T07:29:16.695" v="499" actId="20577"/>
      <pc:docMkLst>
        <pc:docMk/>
      </pc:docMkLst>
      <pc:sldChg chg="del">
        <pc:chgData name="Johnny Rennemeyer" userId="62c7416817b64d53" providerId="LiveId" clId="{61A20AF1-6E61-4185-AC95-3650ED6F6C49}" dt="2026-04-09T07:08:26.883" v="266" actId="2696"/>
        <pc:sldMkLst>
          <pc:docMk/>
          <pc:sldMk cId="120691420" sldId="257"/>
        </pc:sldMkLst>
      </pc:sldChg>
      <pc:sldChg chg="addSp delSp modSp mod">
        <pc:chgData name="Johnny Rennemeyer" userId="62c7416817b64d53" providerId="LiveId" clId="{61A20AF1-6E61-4185-AC95-3650ED6F6C49}" dt="2026-04-09T07:13:35.546" v="309" actId="20577"/>
        <pc:sldMkLst>
          <pc:docMk/>
          <pc:sldMk cId="3603819697" sldId="258"/>
        </pc:sldMkLst>
        <pc:spChg chg="mod">
          <ac:chgData name="Johnny Rennemeyer" userId="62c7416817b64d53" providerId="LiveId" clId="{61A20AF1-6E61-4185-AC95-3650ED6F6C49}" dt="2026-04-09T07:13:35.546" v="309" actId="20577"/>
          <ac:spMkLst>
            <pc:docMk/>
            <pc:sldMk cId="3603819697" sldId="258"/>
            <ac:spMk id="2" creationId="{00000000-0000-0000-0000-000000000000}"/>
          </ac:spMkLst>
        </pc:spChg>
        <pc:spChg chg="del mod">
          <ac:chgData name="Johnny Rennemeyer" userId="62c7416817b64d53" providerId="LiveId" clId="{61A20AF1-6E61-4185-AC95-3650ED6F6C49}" dt="2026-04-09T06:02:27.424" v="10" actId="1032"/>
          <ac:spMkLst>
            <pc:docMk/>
            <pc:sldMk cId="3603819697" sldId="258"/>
            <ac:spMk id="3" creationId="{00000000-0000-0000-0000-000000000000}"/>
          </ac:spMkLst>
        </pc:spChg>
        <pc:spChg chg="mod">
          <ac:chgData name="Johnny Rennemeyer" userId="62c7416817b64d53" providerId="LiveId" clId="{61A20AF1-6E61-4185-AC95-3650ED6F6C49}" dt="2026-04-09T05:49:04.732" v="8" actId="6549"/>
          <ac:spMkLst>
            <pc:docMk/>
            <pc:sldMk cId="3603819697" sldId="258"/>
            <ac:spMk id="8" creationId="{00000000-0000-0000-0000-000000000000}"/>
          </ac:spMkLst>
        </pc:spChg>
        <pc:spChg chg="add mod">
          <ac:chgData name="Johnny Rennemeyer" userId="62c7416817b64d53" providerId="LiveId" clId="{61A20AF1-6E61-4185-AC95-3650ED6F6C49}" dt="2026-04-09T07:12:50.476" v="277" actId="255"/>
          <ac:spMkLst>
            <pc:docMk/>
            <pc:sldMk cId="3603819697" sldId="258"/>
            <ac:spMk id="10" creationId="{F340ECFC-B77A-277C-B06D-425D43F952A2}"/>
          </ac:spMkLst>
        </pc:spChg>
        <pc:spChg chg="add del mod">
          <ac:chgData name="Johnny Rennemeyer" userId="62c7416817b64d53" providerId="LiveId" clId="{61A20AF1-6E61-4185-AC95-3650ED6F6C49}" dt="2026-04-09T06:42:33.308" v="148" actId="478"/>
          <ac:spMkLst>
            <pc:docMk/>
            <pc:sldMk cId="3603819697" sldId="258"/>
            <ac:spMk id="12" creationId="{F122CFB8-86E1-FEB6-D02E-494459CBF9C8}"/>
          </ac:spMkLst>
        </pc:spChg>
        <pc:spChg chg="add mod ord">
          <ac:chgData name="Johnny Rennemeyer" userId="62c7416817b64d53" providerId="LiveId" clId="{61A20AF1-6E61-4185-AC95-3650ED6F6C49}" dt="2026-04-09T06:54:14.956" v="179" actId="1076"/>
          <ac:spMkLst>
            <pc:docMk/>
            <pc:sldMk cId="3603819697" sldId="258"/>
            <ac:spMk id="18" creationId="{0698C83E-3FC1-EF7F-FAD3-E1B4D9823651}"/>
          </ac:spMkLst>
        </pc:spChg>
        <pc:graphicFrameChg chg="add del mod modGraphic">
          <ac:chgData name="Johnny Rennemeyer" userId="62c7416817b64d53" providerId="LiveId" clId="{61A20AF1-6E61-4185-AC95-3650ED6F6C49}" dt="2026-04-09T06:42:31.682" v="147" actId="478"/>
          <ac:graphicFrameMkLst>
            <pc:docMk/>
            <pc:sldMk cId="3603819697" sldId="258"/>
            <ac:graphicFrameMk id="7" creationId="{2FED0E36-55D9-6634-3080-FCA4AEAD6643}"/>
          </ac:graphicFrameMkLst>
        </pc:graphicFrameChg>
        <pc:picChg chg="del">
          <ac:chgData name="Johnny Rennemeyer" userId="62c7416817b64d53" providerId="LiveId" clId="{61A20AF1-6E61-4185-AC95-3650ED6F6C49}" dt="2026-04-09T05:49:01.862" v="6" actId="478"/>
          <ac:picMkLst>
            <pc:docMk/>
            <pc:sldMk cId="3603819697" sldId="258"/>
            <ac:picMk id="5" creationId="{00000000-0000-0000-0000-000000000000}"/>
          </ac:picMkLst>
        </pc:picChg>
        <pc:picChg chg="add mod">
          <ac:chgData name="Johnny Rennemeyer" userId="62c7416817b64d53" providerId="LiveId" clId="{61A20AF1-6E61-4185-AC95-3650ED6F6C49}" dt="2026-04-09T06:28:59.296" v="123" actId="1076"/>
          <ac:picMkLst>
            <pc:docMk/>
            <pc:sldMk cId="3603819697" sldId="258"/>
            <ac:picMk id="6" creationId="{2A91373B-D5F1-B108-9F05-C113E2DB13A9}"/>
          </ac:picMkLst>
        </pc:picChg>
        <pc:picChg chg="del">
          <ac:chgData name="Johnny Rennemeyer" userId="62c7416817b64d53" providerId="LiveId" clId="{61A20AF1-6E61-4185-AC95-3650ED6F6C49}" dt="2026-04-09T05:49:05.357" v="9" actId="478"/>
          <ac:picMkLst>
            <pc:docMk/>
            <pc:sldMk cId="3603819697" sldId="258"/>
            <ac:picMk id="9" creationId="{00000000-0000-0000-0000-000000000000}"/>
          </ac:picMkLst>
        </pc:picChg>
        <pc:picChg chg="add mod">
          <ac:chgData name="Johnny Rennemeyer" userId="62c7416817b64d53" providerId="LiveId" clId="{61A20AF1-6E61-4185-AC95-3650ED6F6C49}" dt="2026-04-09T07:06:57.626" v="244" actId="1076"/>
          <ac:picMkLst>
            <pc:docMk/>
            <pc:sldMk cId="3603819697" sldId="258"/>
            <ac:picMk id="15" creationId="{3A3C4BC7-F978-B2E8-BAE2-E8B0756BCD2A}"/>
          </ac:picMkLst>
        </pc:picChg>
        <pc:picChg chg="add mod">
          <ac:chgData name="Johnny Rennemeyer" userId="62c7416817b64d53" providerId="LiveId" clId="{61A20AF1-6E61-4185-AC95-3650ED6F6C49}" dt="2026-04-09T07:07:11.326" v="249" actId="1076"/>
          <ac:picMkLst>
            <pc:docMk/>
            <pc:sldMk cId="3603819697" sldId="258"/>
            <ac:picMk id="17" creationId="{E3E45B5B-BDBC-876B-52AE-E4D5ACC1DDEC}"/>
          </ac:picMkLst>
        </pc:picChg>
        <pc:picChg chg="add mod">
          <ac:chgData name="Johnny Rennemeyer" userId="62c7416817b64d53" providerId="LiveId" clId="{61A20AF1-6E61-4185-AC95-3650ED6F6C49}" dt="2026-04-09T06:55:28.845" v="221" actId="1076"/>
          <ac:picMkLst>
            <pc:docMk/>
            <pc:sldMk cId="3603819697" sldId="258"/>
            <ac:picMk id="20" creationId="{8D78C723-4682-8F6C-E24A-57917F96485D}"/>
          </ac:picMkLst>
        </pc:picChg>
        <pc:picChg chg="add mod">
          <ac:chgData name="Johnny Rennemeyer" userId="62c7416817b64d53" providerId="LiveId" clId="{61A20AF1-6E61-4185-AC95-3650ED6F6C49}" dt="2026-04-09T07:06:55.976" v="241" actId="1076"/>
          <ac:picMkLst>
            <pc:docMk/>
            <pc:sldMk cId="3603819697" sldId="258"/>
            <ac:picMk id="21" creationId="{5B64520F-66D9-A21E-A7D3-7EF7A39D5484}"/>
          </ac:picMkLst>
        </pc:picChg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1428061033" sldId="259"/>
        </pc:sldMkLst>
      </pc:sldChg>
      <pc:sldChg chg="modSp add mod">
        <pc:chgData name="Johnny Rennemeyer" userId="62c7416817b64d53" providerId="LiveId" clId="{61A20AF1-6E61-4185-AC95-3650ED6F6C49}" dt="2026-04-09T07:13:38.666" v="310"/>
        <pc:sldMkLst>
          <pc:docMk/>
          <pc:sldMk cId="3967086657" sldId="259"/>
        </pc:sldMkLst>
        <pc:spChg chg="mod">
          <ac:chgData name="Johnny Rennemeyer" userId="62c7416817b64d53" providerId="LiveId" clId="{61A20AF1-6E61-4185-AC95-3650ED6F6C49}" dt="2026-04-09T07:13:38.666" v="310"/>
          <ac:spMkLst>
            <pc:docMk/>
            <pc:sldMk cId="3967086657" sldId="259"/>
            <ac:spMk id="2" creationId="{23128337-FDF5-25FC-E0FB-20668C7C5C25}"/>
          </ac:spMkLst>
        </pc:spChg>
        <pc:spChg chg="mod">
          <ac:chgData name="Johnny Rennemeyer" userId="62c7416817b64d53" providerId="LiveId" clId="{61A20AF1-6E61-4185-AC95-3650ED6F6C49}" dt="2026-04-09T07:13:00.783" v="280" actId="20577"/>
          <ac:spMkLst>
            <pc:docMk/>
            <pc:sldMk cId="3967086657" sldId="259"/>
            <ac:spMk id="10" creationId="{BADD5337-DA44-EFE6-CF21-2DD82D8A5159}"/>
          </ac:spMkLst>
        </pc:spChg>
      </pc:sldChg>
      <pc:sldChg chg="modSp add mod">
        <pc:chgData name="Johnny Rennemeyer" userId="62c7416817b64d53" providerId="LiveId" clId="{61A20AF1-6E61-4185-AC95-3650ED6F6C49}" dt="2026-04-09T07:13:40.630" v="311"/>
        <pc:sldMkLst>
          <pc:docMk/>
          <pc:sldMk cId="2375982520" sldId="260"/>
        </pc:sldMkLst>
        <pc:spChg chg="mod">
          <ac:chgData name="Johnny Rennemeyer" userId="62c7416817b64d53" providerId="LiveId" clId="{61A20AF1-6E61-4185-AC95-3650ED6F6C49}" dt="2026-04-09T07:13:40.630" v="311"/>
          <ac:spMkLst>
            <pc:docMk/>
            <pc:sldMk cId="2375982520" sldId="260"/>
            <ac:spMk id="2" creationId="{7CCF7409-FD34-B882-E089-75755127F6FE}"/>
          </ac:spMkLst>
        </pc:spChg>
        <pc:spChg chg="mod">
          <ac:chgData name="Johnny Rennemeyer" userId="62c7416817b64d53" providerId="LiveId" clId="{61A20AF1-6E61-4185-AC95-3650ED6F6C49}" dt="2026-04-09T07:13:04.864" v="283" actId="20577"/>
          <ac:spMkLst>
            <pc:docMk/>
            <pc:sldMk cId="2375982520" sldId="260"/>
            <ac:spMk id="10" creationId="{E40FE147-C680-7679-3C6A-00306D604C63}"/>
          </ac:spMkLst>
        </pc:spChg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3927779284" sldId="260"/>
        </pc:sldMkLst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3340124706" sldId="261"/>
        </pc:sldMkLst>
      </pc:sldChg>
      <pc:sldChg chg="modSp add mod">
        <pc:chgData name="Johnny Rennemeyer" userId="62c7416817b64d53" providerId="LiveId" clId="{61A20AF1-6E61-4185-AC95-3650ED6F6C49}" dt="2026-04-09T07:13:44.323" v="312"/>
        <pc:sldMkLst>
          <pc:docMk/>
          <pc:sldMk cId="3433151760" sldId="261"/>
        </pc:sldMkLst>
        <pc:spChg chg="mod">
          <ac:chgData name="Johnny Rennemeyer" userId="62c7416817b64d53" providerId="LiveId" clId="{61A20AF1-6E61-4185-AC95-3650ED6F6C49}" dt="2026-04-09T07:13:44.323" v="312"/>
          <ac:spMkLst>
            <pc:docMk/>
            <pc:sldMk cId="3433151760" sldId="261"/>
            <ac:spMk id="2" creationId="{DD362E0F-4885-8A42-468C-F1A4FA1B774D}"/>
          </ac:spMkLst>
        </pc:spChg>
        <pc:spChg chg="mod">
          <ac:chgData name="Johnny Rennemeyer" userId="62c7416817b64d53" providerId="LiveId" clId="{61A20AF1-6E61-4185-AC95-3650ED6F6C49}" dt="2026-04-09T07:13:09.658" v="286" actId="20577"/>
          <ac:spMkLst>
            <pc:docMk/>
            <pc:sldMk cId="3433151760" sldId="261"/>
            <ac:spMk id="10" creationId="{31CD0062-1A37-D527-4363-6EAFC8FDA405}"/>
          </ac:spMkLst>
        </pc:spChg>
      </pc:sldChg>
      <pc:sldChg chg="modSp add mod">
        <pc:chgData name="Johnny Rennemeyer" userId="62c7416817b64d53" providerId="LiveId" clId="{61A20AF1-6E61-4185-AC95-3650ED6F6C49}" dt="2026-04-09T07:13:18.055" v="289" actId="20577"/>
        <pc:sldMkLst>
          <pc:docMk/>
          <pc:sldMk cId="443755332" sldId="262"/>
        </pc:sldMkLst>
        <pc:spChg chg="mod">
          <ac:chgData name="Johnny Rennemeyer" userId="62c7416817b64d53" providerId="LiveId" clId="{61A20AF1-6E61-4185-AC95-3650ED6F6C49}" dt="2026-04-09T07:13:18.055" v="289" actId="20577"/>
          <ac:spMkLst>
            <pc:docMk/>
            <pc:sldMk cId="443755332" sldId="262"/>
            <ac:spMk id="10" creationId="{AE76331F-6310-12C0-8D45-3B5E3577F8A0}"/>
          </ac:spMkLst>
        </pc:spChg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1998175406" sldId="262"/>
        </pc:sldMkLst>
      </pc:sldChg>
      <pc:sldChg chg="modSp add del mod setBg">
        <pc:chgData name="Johnny Rennemeyer" userId="62c7416817b64d53" providerId="LiveId" clId="{61A20AF1-6E61-4185-AC95-3650ED6F6C49}" dt="2026-04-09T07:14:43.552" v="343" actId="2696"/>
        <pc:sldMkLst>
          <pc:docMk/>
          <pc:sldMk cId="1592967821" sldId="263"/>
        </pc:sldMkLst>
        <pc:spChg chg="mod">
          <ac:chgData name="Johnny Rennemeyer" userId="62c7416817b64d53" providerId="LiveId" clId="{61A20AF1-6E61-4185-AC95-3650ED6F6C49}" dt="2026-04-09T07:13:50.062" v="315" actId="20577"/>
          <ac:spMkLst>
            <pc:docMk/>
            <pc:sldMk cId="1592967821" sldId="263"/>
            <ac:spMk id="10" creationId="{5D7E2701-6CF5-837D-9CB7-E4DD6331E390}"/>
          </ac:spMkLst>
        </pc:spChg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4215725352" sldId="263"/>
        </pc:sldMkLst>
      </pc:sldChg>
      <pc:sldChg chg="del">
        <pc:chgData name="Johnny Rennemeyer" userId="62c7416817b64d53" providerId="LiveId" clId="{61A20AF1-6E61-4185-AC95-3650ED6F6C49}" dt="2026-04-09T07:08:30.645" v="267" actId="2696"/>
        <pc:sldMkLst>
          <pc:docMk/>
          <pc:sldMk cId="538919038" sldId="264"/>
        </pc:sldMkLst>
      </pc:sldChg>
      <pc:sldChg chg="modSp add del mod">
        <pc:chgData name="Johnny Rennemeyer" userId="62c7416817b64d53" providerId="LiveId" clId="{61A20AF1-6E61-4185-AC95-3650ED6F6C49}" dt="2026-04-09T07:14:32.168" v="337" actId="2696"/>
        <pc:sldMkLst>
          <pc:docMk/>
          <pc:sldMk cId="1176691141" sldId="264"/>
        </pc:sldMkLst>
        <pc:spChg chg="mod">
          <ac:chgData name="Johnny Rennemeyer" userId="62c7416817b64d53" providerId="LiveId" clId="{61A20AF1-6E61-4185-AC95-3650ED6F6C49}" dt="2026-04-09T07:14:06.822" v="330" actId="20577"/>
          <ac:spMkLst>
            <pc:docMk/>
            <pc:sldMk cId="1176691141" sldId="264"/>
            <ac:spMk id="2" creationId="{743A6D65-C59F-C8B9-CA0B-3FF7CFDFCCC8}"/>
          </ac:spMkLst>
        </pc:spChg>
        <pc:spChg chg="mod">
          <ac:chgData name="Johnny Rennemeyer" userId="62c7416817b64d53" providerId="LiveId" clId="{61A20AF1-6E61-4185-AC95-3650ED6F6C49}" dt="2026-04-09T07:14:02.026" v="320" actId="20577"/>
          <ac:spMkLst>
            <pc:docMk/>
            <pc:sldMk cId="1176691141" sldId="264"/>
            <ac:spMk id="10" creationId="{D5ACDDAD-AA92-03AC-5517-F0D8010D6535}"/>
          </ac:spMkLst>
        </pc:spChg>
      </pc:sldChg>
      <pc:sldChg chg="modSp add del mod">
        <pc:chgData name="Johnny Rennemeyer" userId="62c7416817b64d53" providerId="LiveId" clId="{61A20AF1-6E61-4185-AC95-3650ED6F6C49}" dt="2026-04-09T07:14:34.130" v="338" actId="2696"/>
        <pc:sldMkLst>
          <pc:docMk/>
          <pc:sldMk cId="2893948081" sldId="265"/>
        </pc:sldMkLst>
        <pc:spChg chg="mod">
          <ac:chgData name="Johnny Rennemeyer" userId="62c7416817b64d53" providerId="LiveId" clId="{61A20AF1-6E61-4185-AC95-3650ED6F6C49}" dt="2026-04-09T07:14:17.840" v="333" actId="20577"/>
          <ac:spMkLst>
            <pc:docMk/>
            <pc:sldMk cId="2893948081" sldId="265"/>
            <ac:spMk id="10" creationId="{3594F6F8-D3FB-85C2-D037-16B9562DB75D}"/>
          </ac:spMkLst>
        </pc:spChg>
      </pc:sldChg>
      <pc:sldChg chg="modSp add del mod">
        <pc:chgData name="Johnny Rennemeyer" userId="62c7416817b64d53" providerId="LiveId" clId="{61A20AF1-6E61-4185-AC95-3650ED6F6C49}" dt="2026-04-09T07:14:58.284" v="345" actId="2696"/>
        <pc:sldMkLst>
          <pc:docMk/>
          <pc:sldMk cId="285569369" sldId="266"/>
        </pc:sldMkLst>
        <pc:spChg chg="mod">
          <ac:chgData name="Johnny Rennemeyer" userId="62c7416817b64d53" providerId="LiveId" clId="{61A20AF1-6E61-4185-AC95-3650ED6F6C49}" dt="2026-04-09T07:14:22.783" v="336" actId="20577"/>
          <ac:spMkLst>
            <pc:docMk/>
            <pc:sldMk cId="285569369" sldId="266"/>
            <ac:spMk id="10" creationId="{8AF839BB-B41F-CD8E-9C09-B38E47BE58A0}"/>
          </ac:spMkLst>
        </pc:spChg>
      </pc:sldChg>
      <pc:sldChg chg="add del">
        <pc:chgData name="Johnny Rennemeyer" userId="62c7416817b64d53" providerId="LiveId" clId="{61A20AF1-6E61-4185-AC95-3650ED6F6C49}" dt="2026-04-09T07:14:41.382" v="342"/>
        <pc:sldMkLst>
          <pc:docMk/>
          <pc:sldMk cId="3820063237" sldId="267"/>
        </pc:sldMkLst>
      </pc:sldChg>
      <pc:sldChg chg="modSp add mod">
        <pc:chgData name="Johnny Rennemeyer" userId="62c7416817b64d53" providerId="LiveId" clId="{61A20AF1-6E61-4185-AC95-3650ED6F6C49}" dt="2026-04-09T07:15:04.593" v="348" actId="20577"/>
        <pc:sldMkLst>
          <pc:docMk/>
          <pc:sldMk cId="4069611322" sldId="267"/>
        </pc:sldMkLst>
        <pc:spChg chg="mod">
          <ac:chgData name="Johnny Rennemeyer" userId="62c7416817b64d53" providerId="LiveId" clId="{61A20AF1-6E61-4185-AC95-3650ED6F6C49}" dt="2026-04-09T07:15:04.593" v="348" actId="20577"/>
          <ac:spMkLst>
            <pc:docMk/>
            <pc:sldMk cId="4069611322" sldId="267"/>
            <ac:spMk id="10" creationId="{0B44436D-2E98-9AB7-0B3E-828A0A9E08E8}"/>
          </ac:spMkLst>
        </pc:spChg>
      </pc:sldChg>
      <pc:sldChg chg="add del setBg">
        <pc:chgData name="Johnny Rennemeyer" userId="62c7416817b64d53" providerId="LiveId" clId="{61A20AF1-6E61-4185-AC95-3650ED6F6C49}" dt="2026-04-09T07:14:40.574" v="341"/>
        <pc:sldMkLst>
          <pc:docMk/>
          <pc:sldMk cId="1225150150" sldId="268"/>
        </pc:sldMkLst>
      </pc:sldChg>
      <pc:sldChg chg="modSp add mod">
        <pc:chgData name="Johnny Rennemeyer" userId="62c7416817b64d53" providerId="LiveId" clId="{61A20AF1-6E61-4185-AC95-3650ED6F6C49}" dt="2026-04-09T07:15:11.295" v="356" actId="20577"/>
        <pc:sldMkLst>
          <pc:docMk/>
          <pc:sldMk cId="4203019554" sldId="268"/>
        </pc:sldMkLst>
        <pc:spChg chg="mod">
          <ac:chgData name="Johnny Rennemeyer" userId="62c7416817b64d53" providerId="LiveId" clId="{61A20AF1-6E61-4185-AC95-3650ED6F6C49}" dt="2026-04-09T07:15:07.206" v="349"/>
          <ac:spMkLst>
            <pc:docMk/>
            <pc:sldMk cId="4203019554" sldId="268"/>
            <ac:spMk id="2" creationId="{95F12783-17F7-0E2E-5FC5-E8EC8BCD2D34}"/>
          </ac:spMkLst>
        </pc:spChg>
        <pc:spChg chg="mod">
          <ac:chgData name="Johnny Rennemeyer" userId="62c7416817b64d53" providerId="LiveId" clId="{61A20AF1-6E61-4185-AC95-3650ED6F6C49}" dt="2026-04-09T07:15:11.295" v="356" actId="20577"/>
          <ac:spMkLst>
            <pc:docMk/>
            <pc:sldMk cId="4203019554" sldId="268"/>
            <ac:spMk id="10" creationId="{0659274F-CF7B-A376-ACB8-28D29FF636DC}"/>
          </ac:spMkLst>
        </pc:spChg>
      </pc:sldChg>
      <pc:sldChg chg="modSp add mod">
        <pc:chgData name="Johnny Rennemeyer" userId="62c7416817b64d53" providerId="LiveId" clId="{61A20AF1-6E61-4185-AC95-3650ED6F6C49}" dt="2026-04-09T07:15:20.589" v="360" actId="20577"/>
        <pc:sldMkLst>
          <pc:docMk/>
          <pc:sldMk cId="4270802497" sldId="269"/>
        </pc:sldMkLst>
        <pc:spChg chg="mod">
          <ac:chgData name="Johnny Rennemeyer" userId="62c7416817b64d53" providerId="LiveId" clId="{61A20AF1-6E61-4185-AC95-3650ED6F6C49}" dt="2026-04-09T07:15:20.589" v="360" actId="20577"/>
          <ac:spMkLst>
            <pc:docMk/>
            <pc:sldMk cId="4270802497" sldId="269"/>
            <ac:spMk id="10" creationId="{1A3401CC-7DC8-72E5-CECB-662F926DE672}"/>
          </ac:spMkLst>
        </pc:spChg>
      </pc:sldChg>
      <pc:sldChg chg="modSp add mod">
        <pc:chgData name="Johnny Rennemeyer" userId="62c7416817b64d53" providerId="LiveId" clId="{61A20AF1-6E61-4185-AC95-3650ED6F6C49}" dt="2026-04-09T07:15:24.594" v="362" actId="20577"/>
        <pc:sldMkLst>
          <pc:docMk/>
          <pc:sldMk cId="1078589275" sldId="270"/>
        </pc:sldMkLst>
        <pc:spChg chg="mod">
          <ac:chgData name="Johnny Rennemeyer" userId="62c7416817b64d53" providerId="LiveId" clId="{61A20AF1-6E61-4185-AC95-3650ED6F6C49}" dt="2026-04-09T07:15:24.594" v="362" actId="20577"/>
          <ac:spMkLst>
            <pc:docMk/>
            <pc:sldMk cId="1078589275" sldId="270"/>
            <ac:spMk id="10" creationId="{CBA3FCB1-B1DC-5828-4DDD-B082B7FE3E6D}"/>
          </ac:spMkLst>
        </pc:spChg>
      </pc:sldChg>
      <pc:sldChg chg="modSp add mod">
        <pc:chgData name="Johnny Rennemeyer" userId="62c7416817b64d53" providerId="LiveId" clId="{61A20AF1-6E61-4185-AC95-3650ED6F6C49}" dt="2026-04-09T07:26:22.713" v="387" actId="20577"/>
        <pc:sldMkLst>
          <pc:docMk/>
          <pc:sldMk cId="1393239068" sldId="271"/>
        </pc:sldMkLst>
        <pc:spChg chg="mod">
          <ac:chgData name="Johnny Rennemeyer" userId="62c7416817b64d53" providerId="LiveId" clId="{61A20AF1-6E61-4185-AC95-3650ED6F6C49}" dt="2026-04-09T07:15:40.749" v="375" actId="20577"/>
          <ac:spMkLst>
            <pc:docMk/>
            <pc:sldMk cId="1393239068" sldId="271"/>
            <ac:spMk id="2" creationId="{8744AF1D-610D-B432-46D0-DDD5346F38CC}"/>
          </ac:spMkLst>
        </pc:spChg>
        <pc:spChg chg="mod">
          <ac:chgData name="Johnny Rennemeyer" userId="62c7416817b64d53" providerId="LiveId" clId="{61A20AF1-6E61-4185-AC95-3650ED6F6C49}" dt="2026-04-09T07:26:22.713" v="387" actId="20577"/>
          <ac:spMkLst>
            <pc:docMk/>
            <pc:sldMk cId="1393239068" sldId="271"/>
            <ac:spMk id="10" creationId="{F006CE3E-F82C-7527-80F9-18EC87FE7B32}"/>
          </ac:spMkLst>
        </pc:spChg>
      </pc:sldChg>
      <pc:sldChg chg="modSp add mod ord">
        <pc:chgData name="Johnny Rennemeyer" userId="62c7416817b64d53" providerId="LiveId" clId="{61A20AF1-6E61-4185-AC95-3650ED6F6C49}" dt="2026-04-09T07:26:20.807" v="385"/>
        <pc:sldMkLst>
          <pc:docMk/>
          <pc:sldMk cId="621360001" sldId="272"/>
        </pc:sldMkLst>
        <pc:spChg chg="mod">
          <ac:chgData name="Johnny Rennemeyer" userId="62c7416817b64d53" providerId="LiveId" clId="{61A20AF1-6E61-4185-AC95-3650ED6F6C49}" dt="2026-04-09T07:26:15.914" v="382" actId="20577"/>
          <ac:spMkLst>
            <pc:docMk/>
            <pc:sldMk cId="621360001" sldId="272"/>
            <ac:spMk id="10" creationId="{8572A2A8-E2B9-5900-8948-9DB8D5FBDCAF}"/>
          </ac:spMkLst>
        </pc:spChg>
      </pc:sldChg>
      <pc:sldChg chg="add">
        <pc:chgData name="Johnny Rennemeyer" userId="62c7416817b64d53" providerId="LiveId" clId="{61A20AF1-6E61-4185-AC95-3650ED6F6C49}" dt="2026-04-09T07:26:18.526" v="383" actId="2890"/>
        <pc:sldMkLst>
          <pc:docMk/>
          <pc:sldMk cId="408504435" sldId="273"/>
        </pc:sldMkLst>
      </pc:sldChg>
      <pc:sldChg chg="modSp add mod ord">
        <pc:chgData name="Johnny Rennemeyer" userId="62c7416817b64d53" providerId="LiveId" clId="{61A20AF1-6E61-4185-AC95-3650ED6F6C49}" dt="2026-04-09T07:28:28.572" v="485" actId="20577"/>
        <pc:sldMkLst>
          <pc:docMk/>
          <pc:sldMk cId="1909211029" sldId="274"/>
        </pc:sldMkLst>
        <pc:spChg chg="mod">
          <ac:chgData name="Johnny Rennemeyer" userId="62c7416817b64d53" providerId="LiveId" clId="{61A20AF1-6E61-4185-AC95-3650ED6F6C49}" dt="2026-04-09T07:28:28.572" v="485" actId="20577"/>
          <ac:spMkLst>
            <pc:docMk/>
            <pc:sldMk cId="1909211029" sldId="274"/>
            <ac:spMk id="2" creationId="{04A5C56E-A754-143A-194A-ED776BEA5898}"/>
          </ac:spMkLst>
        </pc:spChg>
        <pc:spChg chg="mod">
          <ac:chgData name="Johnny Rennemeyer" userId="62c7416817b64d53" providerId="LiveId" clId="{61A20AF1-6E61-4185-AC95-3650ED6F6C49}" dt="2026-04-09T07:26:57.793" v="396" actId="255"/>
          <ac:spMkLst>
            <pc:docMk/>
            <pc:sldMk cId="1909211029" sldId="274"/>
            <ac:spMk id="10" creationId="{C8E60C99-92BE-EA9D-9CFF-A3912A864D68}"/>
          </ac:spMkLst>
        </pc:spChg>
      </pc:sldChg>
      <pc:sldChg chg="modSp add mod ord">
        <pc:chgData name="Johnny Rennemeyer" userId="62c7416817b64d53" providerId="LiveId" clId="{61A20AF1-6E61-4185-AC95-3650ED6F6C49}" dt="2026-04-09T07:27:35.009" v="416" actId="20577"/>
        <pc:sldMkLst>
          <pc:docMk/>
          <pc:sldMk cId="1807330186" sldId="275"/>
        </pc:sldMkLst>
        <pc:spChg chg="mod">
          <ac:chgData name="Johnny Rennemeyer" userId="62c7416817b64d53" providerId="LiveId" clId="{61A20AF1-6E61-4185-AC95-3650ED6F6C49}" dt="2026-04-09T07:27:30.632" v="410" actId="20577"/>
          <ac:spMkLst>
            <pc:docMk/>
            <pc:sldMk cId="1807330186" sldId="275"/>
            <ac:spMk id="2" creationId="{16FAA5F9-BCF1-5F96-EC00-E17B6B7B7E41}"/>
          </ac:spMkLst>
        </pc:spChg>
        <pc:spChg chg="mod">
          <ac:chgData name="Johnny Rennemeyer" userId="62c7416817b64d53" providerId="LiveId" clId="{61A20AF1-6E61-4185-AC95-3650ED6F6C49}" dt="2026-04-09T07:27:35.009" v="416" actId="20577"/>
          <ac:spMkLst>
            <pc:docMk/>
            <pc:sldMk cId="1807330186" sldId="275"/>
            <ac:spMk id="10" creationId="{3DF68BEF-4A65-4A26-063F-A4E08FAEA1EF}"/>
          </ac:spMkLst>
        </pc:spChg>
      </pc:sldChg>
      <pc:sldChg chg="modSp add mod">
        <pc:chgData name="Johnny Rennemeyer" userId="62c7416817b64d53" providerId="LiveId" clId="{61A20AF1-6E61-4185-AC95-3650ED6F6C49}" dt="2026-04-09T07:27:44.962" v="433" actId="20577"/>
        <pc:sldMkLst>
          <pc:docMk/>
          <pc:sldMk cId="782764409" sldId="276"/>
        </pc:sldMkLst>
        <pc:spChg chg="mod">
          <ac:chgData name="Johnny Rennemeyer" userId="62c7416817b64d53" providerId="LiveId" clId="{61A20AF1-6E61-4185-AC95-3650ED6F6C49}" dt="2026-04-09T07:27:44.962" v="433" actId="20577"/>
          <ac:spMkLst>
            <pc:docMk/>
            <pc:sldMk cId="782764409" sldId="276"/>
            <ac:spMk id="2" creationId="{F36C56E7-B97D-75DF-6BDC-8B6A41C39037}"/>
          </ac:spMkLst>
        </pc:spChg>
      </pc:sldChg>
      <pc:sldChg chg="modSp add mod">
        <pc:chgData name="Johnny Rennemeyer" userId="62c7416817b64d53" providerId="LiveId" clId="{61A20AF1-6E61-4185-AC95-3650ED6F6C49}" dt="2026-04-09T07:28:36.142" v="494" actId="20577"/>
        <pc:sldMkLst>
          <pc:docMk/>
          <pc:sldMk cId="2381450292" sldId="277"/>
        </pc:sldMkLst>
        <pc:spChg chg="mod">
          <ac:chgData name="Johnny Rennemeyer" userId="62c7416817b64d53" providerId="LiveId" clId="{61A20AF1-6E61-4185-AC95-3650ED6F6C49}" dt="2026-04-09T07:28:36.142" v="494" actId="20577"/>
          <ac:spMkLst>
            <pc:docMk/>
            <pc:sldMk cId="2381450292" sldId="277"/>
            <ac:spMk id="2" creationId="{BB3B0B2E-CDA1-B566-AC0E-66869CD13593}"/>
          </ac:spMkLst>
        </pc:spChg>
        <pc:spChg chg="mod">
          <ac:chgData name="Johnny Rennemeyer" userId="62c7416817b64d53" providerId="LiveId" clId="{61A20AF1-6E61-4185-AC95-3650ED6F6C49}" dt="2026-04-09T07:27:53.463" v="440" actId="20577"/>
          <ac:spMkLst>
            <pc:docMk/>
            <pc:sldMk cId="2381450292" sldId="277"/>
            <ac:spMk id="10" creationId="{675477B5-867F-509A-F0EB-C15AE2B42A11}"/>
          </ac:spMkLst>
        </pc:spChg>
      </pc:sldChg>
      <pc:sldChg chg="modSp add mod">
        <pc:chgData name="Johnny Rennemeyer" userId="62c7416817b64d53" providerId="LiveId" clId="{61A20AF1-6E61-4185-AC95-3650ED6F6C49}" dt="2026-04-09T07:29:16.695" v="499" actId="20577"/>
        <pc:sldMkLst>
          <pc:docMk/>
          <pc:sldMk cId="1079015047" sldId="278"/>
        </pc:sldMkLst>
        <pc:spChg chg="mod">
          <ac:chgData name="Johnny Rennemeyer" userId="62c7416817b64d53" providerId="LiveId" clId="{61A20AF1-6E61-4185-AC95-3650ED6F6C49}" dt="2026-04-09T07:29:16.695" v="499" actId="20577"/>
          <ac:spMkLst>
            <pc:docMk/>
            <pc:sldMk cId="1079015047" sldId="278"/>
            <ac:spMk id="10" creationId="{BEE403F7-9322-E4B1-2329-84CA3B443DD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58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99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250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9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9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25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07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3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9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9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CD1A0-B529-4B64-9AD3-D2382C7F0A5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3CA46-2A1F-4694-9627-A40364BE1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5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98C83E-3FC1-EF7F-FAD3-E1B4D9823651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NORTHWEST 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1373B-D5F1-B108-9F05-C113E2DB1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340ECFC-B77A-277C-B06D-425D43F952A2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3C4BC7-F978-B2E8-BAE2-E8B0756BC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E45B5B-BDBC-876B-52AE-E4D5ACC1DD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78C723-4682-8F6C-E24A-57917F9648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1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787E6-FDEB-510D-7F2D-176E5E573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8C4E822-63EC-BF68-9AEC-BC54FE64E2CB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28337-FDF5-25FC-E0FB-20668C7C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NORTHWEST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AFF6A9-8C86-6B38-BF24-BC865BC357AB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9E982E-C6AA-5CF5-2C09-B76CDBEEE41B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5C9FBA-4B71-C03C-631F-5C22A737F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ADD5337-DA44-EFE6-CF21-2DD82D8A5159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B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A61E03-DC29-E3F8-C5F5-F523D45823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97BFEE-82C6-9CF4-E061-90BD58310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BE8876-A743-521C-E1DA-33A3BB4C3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08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EBF7C2-45FD-FC32-7BB8-FED60F7CD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684022-451A-600E-81AB-22219BDF3F03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F7409-FD34-B882-E089-75755127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NORTHWEST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5EAF17-7DC4-8E30-8402-999BE9C2D98B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A8E5276-0189-1F89-1879-7B03129C6BFB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0C466-13A4-8911-1278-ACA7E36D18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0FE147-C680-7679-3C6A-00306D604C63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A5DE78-D4AA-4851-078E-6A55984FC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C372EC-D6D3-E90D-AF2F-37D5D405B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84A293C-0184-E884-B973-569E38852A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982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E60DD-F22F-703D-06A3-D6F8DF65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631D420-5C71-ED38-267C-C862C11BD4D8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62E0F-4885-8A42-468C-F1A4FA1B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NORTHWEST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14C2A7-EBAF-2F99-7B17-E52AFF1DE51D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D903C3A-D4BD-8E6E-655D-08C1E239CD8C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6EA39-8EF5-D966-07B9-424C571A6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CD0062-1A37-D527-4363-6EAFC8FDA405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52A8BA-A9EA-E15D-C7AE-D9FDB1DCD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483064F-5E5B-F32D-27E6-A4CF3148ED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048F0A-23E5-3AA3-A901-7C555E5DB8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15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302CD-F114-DD8D-AA1D-D486DC686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CA403DC-439E-4A8F-5F5B-7041AB1A1674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FE6C8-C63C-603B-AFD8-72FADD7A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SOUTHEAST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3DF033-BE76-7190-27EE-FD491B03ABD9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7B8B5B3-1961-13F5-150F-B4C9F057542F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2B3485-791E-781B-E179-41C1BA698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E76331F-6310-12C0-8D45-3B5E3577F8A0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F9CA9D-B29C-5362-157B-0340F832F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D698F9E-BC28-E547-3083-D5680BFA97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4DBF979-E166-2E4D-25D7-41AE2C2255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5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35ED0-83FA-A363-50CA-D514DCE3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602E5CA-35FE-1874-C82C-794D3AC0DCC9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1F576C-8DE3-79DA-A4C4-287542AD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SOUTHEAST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AF65AC-ED76-63D7-36EC-9ABBA50052D9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5CBAB0-C6F9-1E08-1D10-BC219D93C99C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75ED0-3359-CC60-C95F-820D7515C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B44436D-2E98-9AB7-0B3E-828A0A9E08E8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8U  F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B66EB4-9869-56D8-E42F-305612F75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D33CD1-EED0-44A0-C462-35DAF6514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8E80D6-E169-C11D-B6AF-7F99F617E3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11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E01251-3116-2D18-2BF3-2F31267EC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0648381-C7C8-436B-86D9-38343F8012EB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F12783-17F7-0E2E-5FC5-E8EC8BCD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NORTHEAST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C0A36F-FEFB-684F-15EC-81A7BE5C017C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3F1477F-139E-4795-3987-A5CD20D540FC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31800-0CC9-61B1-F0A1-A0130839A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659274F-CF7B-A376-ACB8-28D29FF636DC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6U  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D02AAF1-6355-533B-3C45-B79E03533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AA5042-0E9A-8C79-F66B-EC4D0768D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6A45E7F-70D3-F4BF-9247-129421681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19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CC761-F150-696C-1D02-FBAA4A38A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E53E2CA-A0B8-4FA6-3E4F-7D81A75441A3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88F3D-E23D-F5B9-D2DD-CCE34969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NORTHEAST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2674950-B50F-EFC9-2A75-2601085AE4D7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5870C8B-BD9E-92AB-7AA0-53911152ADAA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8D3C74-CCC4-0F85-7DBD-73B644353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A3401CC-7DC8-72E5-CECB-662F926DE672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6U  B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3C33555-E7F9-C5BF-6201-B79AF6B2E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99FBD4-D791-C516-4895-49E5673F6D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641CC2-2BA4-9495-A859-424A85BA11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02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818C9-B5C6-701F-D7B2-813359575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5EE5474-8D38-624E-22B2-A27E5052E706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6C451-B243-22CD-6413-0890AC01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NORTHEAST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282EFB-5946-E701-37F7-5BB7AF0C0065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5C0D321-A117-09FC-5641-948FA4B754DF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A08832-5297-D1BC-4134-35D44A0DB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BA3FCB1-B1DC-5828-4DDD-B082B7FE3E6D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6U  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F1E171-4ABF-E4B5-217D-1627331EB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E94CA8E-14D9-0E06-2141-17F25CE3E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C0E40F-DA6E-F961-9FB1-BF7EB1659C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89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4ABCF6-EDA1-072E-B719-1BFEF0EF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E136494-A8F5-9C2B-A08E-B196BE5F2ABE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4AF1D-610D-B432-46D0-DDD5346F3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BOWERY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B93BAE-EEDE-C5F1-469D-BBB680960C9B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A339E69-742F-CC34-2199-2260A75D4E9B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45DC35-9210-12A8-1E35-4D69A5581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006CE3E-F82C-7527-80F9-18EC87FE7B32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9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SW 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5E0AC9D-76BE-129D-A83F-E47D2F96A0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D506B52-C78D-E87A-6E2E-AAF1AD853D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9F410C-EC12-BCF6-8B77-9D6E8B4ED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39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877F2-64FB-B3B8-F326-E77720C2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ED50B7E-A4BF-F720-F530-1484CE042067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15EB1-C167-7AC4-EC2E-6A3D58EB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BOWERY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D17D2B6-E9C9-D77C-2372-4B376E08ED26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52B07DD-D9FF-F9C6-780E-9D68D428CF92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930CC9-59CF-9F84-2C53-0C22DAE1E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572A2A8-E2B9-5900-8948-9DB8D5FBDCAF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9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SW B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691C813-28B5-C63B-9BC6-DED18AB11C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B2E18B-26E8-8C29-FF9A-37B9DFC97D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53967E-F1AF-46A3-3EF9-C89D53845D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36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F22037-D5E5-ECD6-5849-D519A722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24CAEF8-6953-1F94-6219-D5302C8256D1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88D9DC-22FE-90AC-EA0F-0598ACBD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BOWERY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908BE06-6770-7AE2-46DE-CB02C58C5946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AFC30D7-B48E-61CE-7190-A3F57BD98E08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98E8A6-0535-A5C9-84A4-1CD25CF19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E5E114B-42E4-1513-4534-31874B534973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9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SW 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CAC524-89A7-3960-40F7-356040A89E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B57A87-1F84-3C1D-F6C8-AB47F28496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6D381F7-D5B5-BF98-ED40-E5FEBE6B4D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4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B042D-79AD-B9DF-B66A-C714D83E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9397240-EBC4-FDCF-4DCE-DA97D0A987A0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9B00E-28AC-93F3-3D58-469E24BF7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BOWERY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1994604-695A-8923-783D-358A0A0F9C83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C6F0349-12C4-1C47-23E0-8C1DE3076DD0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9E9595-A44B-4293-4063-ED59332C7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EE403F7-9322-E4B1-2329-84CA3B443DDC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9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SW 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3FC5FA-B7D6-CB0D-1729-6EFA97BF7E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BE726A2-5817-EEA5-10F8-E517F3FD54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382DE8-32E1-9DA5-C9FA-B9CF90B28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15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9DDF3-A14A-5EB2-206D-68D6B8F7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BF9B74B-8305-5839-BB18-390EEBCE38CF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FAA5F9-BCF1-5F96-EC00-E17B6B7B7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SOUTHEAST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B4D0945-8AEE-F849-C75A-30A16E2740C6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44B1168-D124-ACCD-9C0D-20B8BD63748B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9D880E-1A56-43F7-3CC3-02DC6BFA9A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DF68BEF-4A65-4A26-063F-A4E08FAEA1EF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10U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8530B6-0EB9-F665-4B24-EA5747A64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7F23C4B-8D84-BF16-4104-195C4D77B5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C8597A8-F52E-1C75-E13F-5EDBAF4568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30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911AA-187D-A681-7305-31B6F79E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B8BF71-18AC-8E6E-1F31-D8B81A8073A2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C56E7-B97D-75DF-6BDC-8B6A41C3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SOUTHWEST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A09DE4A-B671-81C0-1501-E21D4230C095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5E78054-3E2F-7BFD-A343-83DECC88345D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E8004-EA1E-8ECA-93CF-70E2CF776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0CA4A29-B555-2054-EF3F-C756F5EDD353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10U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B15F5D2-1D9E-6639-DB66-619DFAC3A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3F3F4E-38EF-5023-5165-8F143A171B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6457B8-7E6F-5788-0519-BB42A550D6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4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89B9C4-07C7-088F-065D-E6991155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A599C49-CF20-0D64-1FDD-70289B0E3815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3B0B2E-CDA1-B566-AC0E-66869CD13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NORTHEAST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8A640C-89D4-C817-19DC-BB36479B088D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E6F53D9-9AAA-6BF1-C18E-D11D602A3A45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643E4-859F-273D-B823-6C54B64D0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75477B5-867F-509A-F0EB-C15AE2B42A11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0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12U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75C998-62A6-AAFE-5A97-354D60F52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B90B612-BB29-A351-A416-809C9642D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8EF259-E722-65A3-9AB0-6205379ED9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5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79337-B00A-5735-3878-F18BFE077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3F7F39E-D726-F1FF-9DA7-A8A04BEEFCB3}"/>
              </a:ext>
            </a:extLst>
          </p:cNvPr>
          <p:cNvSpPr/>
          <p:nvPr/>
        </p:nvSpPr>
        <p:spPr>
          <a:xfrm>
            <a:off x="1" y="0"/>
            <a:ext cx="10058399" cy="1700463"/>
          </a:xfrm>
          <a:prstGeom prst="rect">
            <a:avLst/>
          </a:prstGeom>
          <a:solidFill>
            <a:srgbClr val="034DA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A5C56E-A754-143A-194A-ED776BEA5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1533"/>
            <a:ext cx="10058399" cy="1019596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rPr>
              <a:t>NORTHWEST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1AABEF-2C3D-1A21-288F-94E69105CFFA}"/>
              </a:ext>
            </a:extLst>
          </p:cNvPr>
          <p:cNvSpPr txBox="1">
            <a:spLocks/>
          </p:cNvSpPr>
          <p:nvPr/>
        </p:nvSpPr>
        <p:spPr>
          <a:xfrm>
            <a:off x="2953594" y="5009722"/>
            <a:ext cx="6712920" cy="1197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en-US" sz="1000" b="1" dirty="0">
              <a:latin typeface="Roboto Light" pitchFamily="2" charset="0"/>
              <a:ea typeface="Roboto Light" pitchFamily="2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21AB732-967A-743C-EE6E-5F3B5CB3D83E}"/>
              </a:ext>
            </a:extLst>
          </p:cNvPr>
          <p:cNvSpPr txBox="1">
            <a:spLocks/>
          </p:cNvSpPr>
          <p:nvPr/>
        </p:nvSpPr>
        <p:spPr>
          <a:xfrm>
            <a:off x="6457444" y="7258556"/>
            <a:ext cx="3058790" cy="51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1460" indent="-251460" algn="l" defTabSz="1005840" rtl="0" eaLnBrk="1" latinLnBrk="0" hangingPunct="1">
              <a:lnSpc>
                <a:spcPct val="90000"/>
              </a:lnSpc>
              <a:spcBef>
                <a:spcPts val="1100"/>
              </a:spcBef>
              <a:buFont typeface="Arial" panose="020B0604020202020204" pitchFamily="34" charset="0"/>
              <a:buChar char="•"/>
              <a:defRPr sz="3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43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6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02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314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6606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6898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190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4820" indent="-251460" algn="l" defTabSz="1005840" rtl="0" eaLnBrk="1" latinLnBrk="0" hangingPunct="1">
              <a:lnSpc>
                <a:spcPct val="90000"/>
              </a:lnSpc>
              <a:spcBef>
                <a:spcPts val="550"/>
              </a:spcBef>
              <a:buFont typeface="Arial" panose="020B0604020202020204" pitchFamily="34" charset="0"/>
              <a:buChar char="•"/>
              <a:defRPr sz="19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sz="1800" dirty="0">
                <a:solidFill>
                  <a:schemeClr val="bg1"/>
                </a:solidFill>
                <a:latin typeface="Roboto Light" pitchFamily="2" charset="0"/>
                <a:ea typeface="Roboto Light" pitchFamily="2" charset="0"/>
              </a:rPr>
              <a:t>BALANCED TEAMS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107178-4AC4-3502-A9C0-99FCA8648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386" y="6372231"/>
            <a:ext cx="4962358" cy="7215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8E60C99-92BE-EA9D-9CFF-A3912A864D68}"/>
              </a:ext>
            </a:extLst>
          </p:cNvPr>
          <p:cNvSpPr txBox="1">
            <a:spLocks/>
          </p:cNvSpPr>
          <p:nvPr/>
        </p:nvSpPr>
        <p:spPr>
          <a:xfrm>
            <a:off x="0" y="1700463"/>
            <a:ext cx="10101178" cy="48019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6000" dirty="0">
                <a:solidFill>
                  <a:srgbClr val="034DA2"/>
                </a:solidFill>
                <a:latin typeface="Roboto Medium" pitchFamily="2" charset="0"/>
                <a:ea typeface="Roboto Medium" pitchFamily="2" charset="0"/>
              </a:rPr>
              <a:t>JH/HS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86F6BA-32D0-D31E-1C3D-4080CFE47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359" y="296422"/>
            <a:ext cx="973577" cy="9735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81F96C-9F58-627F-F48E-2C4B7A29F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6565" y="6372231"/>
            <a:ext cx="1185588" cy="7568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99748D-DF4B-A385-169A-997450290D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05" y="375674"/>
            <a:ext cx="931314" cy="9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11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DEA49B162C04285F90F9756090714" ma:contentTypeVersion="10" ma:contentTypeDescription="Create a new document." ma:contentTypeScope="" ma:versionID="e7b7989a32a137217ff239005e6d6bcc">
  <xsd:schema xmlns:xsd="http://www.w3.org/2001/XMLSchema" xmlns:xs="http://www.w3.org/2001/XMLSchema" xmlns:p="http://schemas.microsoft.com/office/2006/metadata/properties" xmlns:ns2="4f37907f-98ee-45e0-9ab0-7b109e84d8e9" targetNamespace="http://schemas.microsoft.com/office/2006/metadata/properties" ma:root="true" ma:fieldsID="5e6f9954a62cd2387d13fe10c5fb6dd5" ns2:_="">
    <xsd:import namespace="4f37907f-98ee-45e0-9ab0-7b109e84d8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37907f-98ee-45e0-9ab0-7b109e84d8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1C09A3-5BBD-401B-BA70-A2B17656A7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37907f-98ee-45e0-9ab0-7b109e84d8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6C909A0-1F93-437C-9B32-D817AD27161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0E28DEB-8952-41C5-AD0C-55C20ECC68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18077</TotalTime>
  <Words>83</Words>
  <Application>Microsoft Office PowerPoint</Application>
  <PresentationFormat>Custom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Roboto Light</vt:lpstr>
      <vt:lpstr>Roboto Medium</vt:lpstr>
      <vt:lpstr>Office Theme</vt:lpstr>
      <vt:lpstr>NORTHWEST </vt:lpstr>
      <vt:lpstr>NORTHWEST </vt:lpstr>
      <vt:lpstr>NORTHWEST </vt:lpstr>
      <vt:lpstr>NORTHWEST </vt:lpstr>
      <vt:lpstr>SOUTHEAST </vt:lpstr>
      <vt:lpstr>SOUTHEAST </vt:lpstr>
      <vt:lpstr>NORTHEAST </vt:lpstr>
      <vt:lpstr>NORTHEAST </vt:lpstr>
      <vt:lpstr>NORTHEAST </vt:lpstr>
      <vt:lpstr>BOWERY </vt:lpstr>
      <vt:lpstr>BOWERY </vt:lpstr>
      <vt:lpstr>BOWERY </vt:lpstr>
      <vt:lpstr>BOWERY </vt:lpstr>
      <vt:lpstr>SOUTHEAST</vt:lpstr>
      <vt:lpstr>SOUTHWEST</vt:lpstr>
      <vt:lpstr>NORTHEAST</vt:lpstr>
      <vt:lpstr>NORTHWEST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Otenti</dc:creator>
  <cp:lastModifiedBy>John Rennemeyer</cp:lastModifiedBy>
  <cp:revision>48</cp:revision>
  <cp:lastPrinted>2018-04-03T16:09:18Z</cp:lastPrinted>
  <dcterms:created xsi:type="dcterms:W3CDTF">2018-03-08T22:38:21Z</dcterms:created>
  <dcterms:modified xsi:type="dcterms:W3CDTF">2026-04-09T07:29:23Z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0x010100096DEA49B162C04285F90F9756090714</vt:lpwstr>
  </property>
</Properties>
</file>